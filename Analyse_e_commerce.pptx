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9fb2edb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9fb2edb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69fb2edb1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69fb2edb1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9fb2edb1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69fb2edb1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9fb2edb1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69fb2edb1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9fb2edb1_1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69fb2edb1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9fb2edb1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9fb2edb1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9fb2edb1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69fb2edb1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53a71000e328da4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53a71000e328da4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69fb2edb1_1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69fb2edb1_1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69fb2edb1_1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69fb2edb1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9fb2edb1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69fb2edb1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10" Type="http://schemas.openxmlformats.org/officeDocument/2006/relationships/image" Target="../media/image12.png"/><Relationship Id="rId9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35475" y="1710025"/>
            <a:ext cx="6478200" cy="61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55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Analyse du comportement des utilisateurs d’un site e-commerce</a:t>
            </a:r>
            <a:endParaRPr sz="42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type="ctrTitle"/>
          </p:nvPr>
        </p:nvSpPr>
        <p:spPr>
          <a:xfrm>
            <a:off x="735476" y="2457600"/>
            <a:ext cx="5624400" cy="53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235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35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Classification binaire</a:t>
            </a:r>
            <a:endParaRPr sz="135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744575"/>
            <a:ext cx="8520600" cy="11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450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Objectifs</a:t>
            </a:r>
            <a:endParaRPr b="1" sz="450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2834125"/>
            <a:ext cx="8520600" cy="15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-33972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"/>
              <a:t>I</a:t>
            </a:r>
            <a:r>
              <a:rPr lang="en"/>
              <a:t>dentifier les facteurs influençant le retour des visiteurs sur un site e-commerce</a:t>
            </a:r>
            <a:endParaRPr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"/>
              <a:t>Création d'un modèle de prédiction de classification afin de détecter le maximum d'utilisateurs revenants tout en limitant les fausses prédictions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140075" y="274726"/>
            <a:ext cx="5315100" cy="4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Explorer les données 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700" y="936400"/>
            <a:ext cx="6872274" cy="386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148500" y="89826"/>
            <a:ext cx="5315100" cy="4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Explorer les données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11">
                <a:solidFill>
                  <a:srgbClr val="00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bivariée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8588" y="835126"/>
            <a:ext cx="5630271" cy="400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0275" y="16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Explorer les données 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276"/>
              <a:buFont typeface="Arial"/>
              <a:buNone/>
            </a:pPr>
            <a:r>
              <a:rPr i="1" lang="en" sz="1611">
                <a:solidFill>
                  <a:srgbClr val="00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multivariée</a:t>
            </a: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4725" y="957825"/>
            <a:ext cx="4393125" cy="399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0275" y="69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Choisir le meilleur modèle de prédiction</a:t>
            </a: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11">
                <a:solidFill>
                  <a:srgbClr val="00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Pipeline de préprocessing</a:t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107375" y="1052488"/>
            <a:ext cx="1463700" cy="365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Suppression des colonnes inutiles et des lignes incomplètes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1673649" y="1045975"/>
            <a:ext cx="1635900" cy="362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Séparation des variables X de la variable cible 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6866450" y="1045975"/>
            <a:ext cx="2034900" cy="362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Transformation des variable numériques et l’encodage des variables catégoriques et de la variable cible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5240488" y="1045975"/>
            <a:ext cx="1484100" cy="362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Remplacement des variables manquantes (médiane, mode)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3462761" y="1045975"/>
            <a:ext cx="1635900" cy="362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Séparation du dataset en train (80%) et test (20%)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950" y="3067850"/>
            <a:ext cx="97155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9038" y="3108488"/>
            <a:ext cx="10670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5063" y="3472658"/>
            <a:ext cx="1463700" cy="82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1601" y="3108512"/>
            <a:ext cx="1334275" cy="1271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62150" y="3472650"/>
            <a:ext cx="1868425" cy="10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/>
          <p:nvPr/>
        </p:nvSpPr>
        <p:spPr>
          <a:xfrm rot="-5400000">
            <a:off x="6532000" y="270325"/>
            <a:ext cx="402900" cy="1062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6247600" y="356775"/>
            <a:ext cx="971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Pipeline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1040275" y="169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Choisir le meilleur modèle de prédiction 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11">
                <a:solidFill>
                  <a:srgbClr val="00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Entraînement</a:t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1040275" y="1505975"/>
            <a:ext cx="2756700" cy="2933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Logistic regression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Gradient boosting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XGBoost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Random forest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Decision tree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272" y="1563547"/>
            <a:ext cx="400462" cy="3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6900" cy="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12778"/>
            <a:ext cx="6900" cy="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73156"/>
            <a:ext cx="6900" cy="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9925" y="3759952"/>
            <a:ext cx="261401" cy="3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0400" y="3150450"/>
            <a:ext cx="400450" cy="44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94800" y="2045235"/>
            <a:ext cx="400450" cy="438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4798" y="2620873"/>
            <a:ext cx="400450" cy="39289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1040275" y="966500"/>
            <a:ext cx="2756700" cy="3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Entraînement des modèles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523975" y="966500"/>
            <a:ext cx="2756700" cy="3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Evaluation</a:t>
            </a:r>
            <a:r>
              <a:rPr b="1" lang="en" sz="1800">
                <a:solidFill>
                  <a:schemeClr val="dk2"/>
                </a:solidFill>
              </a:rPr>
              <a:t> des performances</a:t>
            </a:r>
            <a:endParaRPr b="1" sz="1600">
              <a:solidFill>
                <a:schemeClr val="dk2"/>
              </a:solidFill>
            </a:endParaRPr>
          </a:p>
        </p:txBody>
      </p:sp>
      <p:cxnSp>
        <p:nvCxnSpPr>
          <p:cNvPr id="129" name="Google Shape;129;p19"/>
          <p:cNvCxnSpPr/>
          <p:nvPr/>
        </p:nvCxnSpPr>
        <p:spPr>
          <a:xfrm>
            <a:off x="4158875" y="1124300"/>
            <a:ext cx="100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0" name="Google Shape;13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87100" y="2078449"/>
            <a:ext cx="4600250" cy="13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1040275" y="169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Choisir le meilleur modèle de prédiction 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11">
                <a:solidFill>
                  <a:srgbClr val="00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Optimisation des hyperparamètres</a:t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6900" cy="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2778"/>
            <a:ext cx="6900" cy="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73156"/>
            <a:ext cx="6900" cy="797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1150800" y="1030325"/>
            <a:ext cx="2483700" cy="3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GridSearchCV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5569575" y="1030325"/>
            <a:ext cx="2756700" cy="3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Evaluation des performances</a:t>
            </a:r>
            <a:endParaRPr b="1" sz="1600">
              <a:solidFill>
                <a:schemeClr val="dk2"/>
              </a:solidFill>
            </a:endParaRPr>
          </a:p>
        </p:txBody>
      </p:sp>
      <p:cxnSp>
        <p:nvCxnSpPr>
          <p:cNvPr id="144" name="Google Shape;144;p20"/>
          <p:cNvCxnSpPr/>
          <p:nvPr/>
        </p:nvCxnSpPr>
        <p:spPr>
          <a:xfrm>
            <a:off x="4158875" y="1188125"/>
            <a:ext cx="100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5" name="Google Shape;14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950" y="1410775"/>
            <a:ext cx="3036162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1100" y="2243502"/>
            <a:ext cx="4328850" cy="1234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1040275" y="169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Choisir le meilleur modèle de prédiction 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11">
                <a:solidFill>
                  <a:srgbClr val="00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Coefficients de la régression logistique</a:t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3949" y="922975"/>
            <a:ext cx="5725000" cy="378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1040275" y="389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 : Limites et perspectives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11">
              <a:solidFill>
                <a:srgbClr val="00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1. Données à enrichir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Jeu de données synthétique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Nombre limité de variables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2. Performances à améliorer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Précision encore limitée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3. Applications marketing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Exploiter les prédictions pour mieux segmenter les utilisateurs et concevoir des campagnes de fidélisation plus ciblées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</a:t>
            </a:r>
            <a:r>
              <a:rPr b="1" lang="en" sz="56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! </a:t>
            </a:r>
            <a:endParaRPr b="1" sz="560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